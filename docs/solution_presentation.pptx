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28600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Intelligence Platform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3375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 Internship — Case Study Submission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8862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Document Extraction, Validation &amp; API Platform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does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Ingests invoices, balance sheets, P&amp;L statements, and cash flow statements (PDF/JPG/PNG), extracts structured fields and line items, validates the numbers against required accounting formulas, and exposes everything through a REST API and a web dashboard.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5603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429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types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8862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· Balance Sheet · P&amp;L · Cash Flow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233172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0440" y="25603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3429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stages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38862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→ OCR → Extraction → Reconciliation → Persist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233172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55080" y="25603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3429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strategies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38862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(Claude) with automatic heuristic fallback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52560" y="233172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89720" y="25603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4400" dirty="0"/>
          </a:p>
        </p:txBody>
      </p:sp>
      <p:sp>
        <p:nvSpPr>
          <p:cNvPr id="18" name="Text 16"/>
          <p:cNvSpPr txBox="1"/>
          <p:nvPr/>
        </p:nvSpPr>
        <p:spPr>
          <a:xfrm>
            <a:off x="9189720" y="3429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189720" y="38862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validation, formulas, full API flows — all passing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029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NeoStats — case study requirements implemented exactly as specified, then verified against the real provided dataset.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Processing pipeline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58368" y="190195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1284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Validation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Type, size, page count,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corruption checks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2514600" y="224028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770632" y="182880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2F3C7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880360" y="190195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862072" y="221284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/ Text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862072" y="27432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text first,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Tesseract fallback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4736592" y="224028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992624" y="182880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102352" y="190195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084064" y="221284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Field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084064" y="27432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LLM-first,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fallback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6958584" y="224028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7214616" y="182880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2F3C7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324344" y="190195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7306056" y="221284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306056" y="27432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9180576" y="224028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9436608" y="182880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546336" y="190195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9528048" y="221284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&amp;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528048" y="27432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/ Postgres,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3566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lives in its own service module — a failure at any stage is caught and reported as a clear, structured error rather than a stack trace.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4160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contract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457200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field is { value, page_number, source_text } — missing data is null, never invented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processing_status (PASS/FAILED) reflects extraction success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validation.overall_status (PASS/FAIL/NOT_APPLICABLE) reflects formula reconciliation — independent of extraction success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extraction strategies, one interface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349240" cy="4023360"/>
          </a:xfrm>
          <a:prstGeom prst="roundRect">
            <a:avLst>
              <a:gd name="adj" fmla="val 2273"/>
            </a:avLst>
          </a:prstGeom>
          <a:solidFill>
            <a:srgbClr val="FEF9C3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5087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54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Extractor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920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54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· always available · zero external dependency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77440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Regex/rules-based field &amp; table parser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entirely locally — no API key, no network call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Section-aware statement line parser (tracks CAPITAL AND LIABILITIES / ASSETS / INCOME / EXPENDITURE headers, tolerant of OCR noise)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parser handles wrapped rows, label/value split across lines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the service fully testable &amp; demoable out of the box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280160"/>
            <a:ext cx="5349240" cy="4023360"/>
          </a:xfrm>
          <a:prstGeom prst="roundRect">
            <a:avLst>
              <a:gd name="adj" fmla="val 2273"/>
            </a:avLst>
          </a:prstGeom>
          <a:solidFill>
            <a:srgbClr val="FCE7F3"/>
          </a:solidFill>
          <a:ln w="12700">
            <a:solidFill>
              <a:srgbClr val="FBCF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15087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Extractor (Claude)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1920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Auto-enabled when ANTHROPIC_API_KEY is set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377440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831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OCR/native text to Claude with a document-type-specific schema prompt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831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instruction: never invent or infer — missing fields must be null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831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page_number + source_text evidence for every returned value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831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Materially better accuracy on irregular, multi-column, or unfamiliar layouts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831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LLM provider can be swapped in behind the same interface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86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processing_metadata.extraction_method reports which path ran for every document.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validation — real results on the provided dataset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check reports formula, operands, calculated vs. reported value, variance, and status. Run against the actual HDFC Bank statements in the sample dataset: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828800" y="1874520"/>
            <a:ext cx="5532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452360" y="18745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732520" y="187452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966960" y="18745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240280"/>
            <a:ext cx="11064240" cy="640080"/>
          </a:xfrm>
          <a:prstGeom prst="rect">
            <a:avLst/>
          </a:prstGeom>
          <a:solidFill>
            <a:srgbClr val="FAFAFA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3317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Sheet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920240" y="2331720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Capital &amp; Liabilities ≈ Total Assets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7452360" y="23317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2,530,432.44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732520" y="23317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2,530,432.44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966960" y="2377440"/>
            <a:ext cx="1005840" cy="365760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966960" y="23774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990088"/>
            <a:ext cx="11064240" cy="640080"/>
          </a:xfrm>
          <a:prstGeom prst="rect">
            <a:avLst/>
          </a:prstGeom>
          <a:solidFill>
            <a:srgbClr val="FAFAFA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08152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&amp; Loss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920240" y="3081528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Income − Total Expenditure ≈ Net Profit before Minority Interest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452360" y="308152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46,148.70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732520" y="3081528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46,148.70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966960" y="3127248"/>
            <a:ext cx="1005840" cy="365760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966960" y="312724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3739896"/>
            <a:ext cx="11064240" cy="640080"/>
          </a:xfrm>
          <a:prstGeom prst="rect">
            <a:avLst/>
          </a:prstGeom>
          <a:solidFill>
            <a:srgbClr val="FAFAFA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383133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Flow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920240" y="3831336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Cash + Net Increase ≈ Closing Cash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7452360" y="383133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197,147.81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8732520" y="3831336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197,147.81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966960" y="3877056"/>
            <a:ext cx="1005840" cy="365760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966960" y="387705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4489704"/>
            <a:ext cx="11064240" cy="640080"/>
          </a:xfrm>
          <a:prstGeom prst="rect">
            <a:avLst/>
          </a:prstGeom>
          <a:solidFill>
            <a:srgbClr val="FAFAFA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0080" y="458114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920240" y="458114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Subtotal + Tax − Discount ≈ Total Amount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7452360" y="458114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867.47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8732520" y="4581144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916.47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966960" y="4626864"/>
            <a:ext cx="1005840" cy="365760"/>
          </a:xfrm>
          <a:prstGeom prst="roundRect">
            <a:avLst>
              <a:gd name="adj" fmla="val 20000"/>
            </a:avLst>
          </a:prstGeom>
          <a:solidFill>
            <a:srgbClr val="FEE2E2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966960" y="462686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528523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invoice FAIL is a genuine finding, not a bug: the source document includes an S&amp;H charge outside the required formula — the system correctly flags the discrepancy instead of silently passing.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2800" dirty="0"/>
          </a:p>
        </p:txBody>
      </p:sp>
      <p:pic>
        <p:nvPicPr>
          <p:cNvPr id="3" name="Image 0" descr="/home/claude/project/docs/architec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51560"/>
            <a:ext cx="1124712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 &amp; repository structure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303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API: FastAPI + Pydantic (Python 3.12)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OCR: pypdf (native text) + Tesseract + poppler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Extraction: Claude (Anthropic API) or heuristic regex engine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Storage: SQLAlchemy — SQLite by default, Postgres/MySQL-ready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static HTML / CSS / vanilla JS dashboard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Tests: pytest — 32 tests (unit + full API integration)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6172200" y="11430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layout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72200" y="1554480"/>
            <a:ext cx="5394960" cy="4206240"/>
          </a:xfrm>
          <a:prstGeom prst="roundRect">
            <a:avLst>
              <a:gd name="adj" fmla="val 1304"/>
            </a:avLst>
          </a:prstGeom>
          <a:solidFill>
            <a:srgbClr val="0F172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355080" y="1691640"/>
            <a:ext cx="50749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backend/app/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main.py               entrypoint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core/                 config, db, logging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models/, schemas/      ORM + Pydantic contracts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services/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document_validation_service.py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ocr_service.py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extraction_service.py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heuristics/           regex fallback extractors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financial_validation_service.py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document_service.py   orchestrator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repositories/          DB access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api/routes/             REST endpoints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tests/                 32 pytest tests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frontend/                dashboard HTML/CSS/JS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docs/, sample_outputs/   diagram, AI usage, real results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2860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to deploy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29184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Zero-setup local run: pip install -r requirements.txt &amp;&amp; uvicorn app.main:app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Deploys to Render / Railway / Fly.io unchanged — just add tesseract-ocr + poppler-utils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docs: README.md · docs/AI_USAGE_DECLARATION.md · docs/KNOWN_LIMITATIONS.md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2026-09-10T21:34:59Z</dcterms:created>
  <dcterms:modified xsi:type="dcterms:W3CDTF">2026-09-10T21:34:59Z</dcterms:modified>
</cp:coreProperties>
</file>